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8D8DC"/>
                </a:solidFill>
              </a:defRPr>
            </a:pPr>
            <a:r>
              <a:t>MOVA · Día 1 —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Inventario módulos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F6F8"/>
                </a:solidFill>
              </a:defRPr>
            </a:pPr>
            <a:r>
              <a:t>acme-chile.cl · public_html/acme-chile.cl/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D8DC"/>
                </a:solidFill>
              </a:defRPr>
            </a:pPr>
            <a:r>
              <a:t>Tarea organizador: index.html?tarea=mkof/01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Actualizado: 8 jul 2026 · GRUPO MAKING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8C5"/>
                </a:solidFill>
              </a:defRPr>
            </a:pPr>
            <a:r>
              <a:t>Estado: EN PROGRESO — listo para cierre formal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Día 1 · solo inventario — sin tocar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Ruta real del sitio: public_html/acme-chile.cl/ (no en raíz de public_html).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562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Problema confirmado: login FRAGMENTADO (Google + mova_auth PHP + contraseña ERP).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865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Panel MOVA (/mova/) usa Google OAuth — NO pasa por mova_auth.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169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localStorage en acme-chile.cl: clave axon_chats (widget AXON). Sin jwt/token visible.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472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n8n: pendiente del equipo que lo administra (no bloquea este status).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/pruebas/ queda fuera de alcance — era etapa 1, producción es /mova/.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Día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Criterio de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371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Acceso cPanel GoDaddy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Árbol public_html/acme-chile.cl/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225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225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Auth documentada (módulos revisados)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80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9806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localStorage en /mova/ (axon_chats)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35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735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n8n — delegado equipo n8n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49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7490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Compartir status con equipo técnico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245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245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Marcar tarea mkof/01 completada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6692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A4A4E"/>
                </a:solidFill>
              </a:defRPr>
            </a:pPr>
            <a:r>
              <a:t>Avance: 5/7 ítems · Faltan: compartir + marcar tarea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Módulos revisados en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https://acme-chile.cl/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A4A4E"/>
                </a:solidFill>
              </a:defRPr>
            </a:pPr>
            <a:r>
              <a:t>mova_auth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Portal MOVA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60020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/mova/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60020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Google OAuth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60020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sí · axon_chats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16002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94767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mova_auth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94767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/mova_auth/login.php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94767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PHP correo+clave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94767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pendiente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19476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parcial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29514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MOVA ERP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29514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/mova/erp/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229514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Contraseña 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29514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pendiente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29514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4261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AXON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64261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/axon/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64261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Sin login visible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4261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pendiente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64261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9900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RRHH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299008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/rrhh/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299008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403 Forbidden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299008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n/a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9900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33756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Documentos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333756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/documentos/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Público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333756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333756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n/a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F3F00"/>
                </a:solidFill>
              </a:defRPr>
            </a:pPr>
            <a:r>
              <a:t>Conclusión: ningún módulo M revisado usa mova_auth como único validador.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Estructura cPanel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public_html/acme-chile.cl/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admin · axon · axon-news · Boletin_Axon · crm · documentos</a:t>
            </a:r>
            <a:br/>
            <a:r>
              <a:t>gamkof · gestion/eerr · js · multimedia · mova/ · mova_auth/</a:t>
            </a:r>
            <a:br/>
            <a:r>
              <a:t>operaciones · rrhh · skill</a:t>
            </a:r>
            <a:br/>
            <a:br/>
            <a:r>
              <a:t>mova/ → agencia · brief · cotizador · cuentas · doc · erp · estudios</a:t>
            </a:r>
            <a:br/>
            <a:r>
              <a:t>facturas · forecast · negocios · oc · operacion · restringido · seo</a:t>
            </a:r>
            <a:br/>
            <a:r>
              <a:t>strack · suscripciones · versiones_anteriores</a:t>
            </a:r>
            <a:br/>
            <a:br/>
            <a:r>
              <a:t>mova_auth/ → auth.php · config.php · google_login.php · login.php</a:t>
            </a:r>
            <a:br/>
            <a:r>
              <a:t>logout.php · panel.php · setup.sql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7A80"/>
                </a:solidFill>
              </a:defRPr>
            </a:pPr>
            <a:r>
              <a:t>No hay MAESTRO/INGRESOS/EGRESOS en raíz — ERP bajo mova/erp/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DevTools · Local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Sesión en https://acme-chile.cl/mova/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A4A4E"/>
                </a:solidFill>
              </a:defRPr>
            </a:pPr>
            <a:r>
              <a:t>Origen acme-chile.cl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Clave: axon_chats  →  historial chats widget AXON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A4A4E"/>
                </a:solidFill>
              </a:defRPr>
            </a:pPr>
            <a:r>
              <a:t>Origen accounts.google.com (terceros)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Sesión Google OAuth — fuera del top-level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No se detectó clave jwt / token / access_token en acme-chile.cl.</a:t>
            </a:r>
            <a:br/>
            <a:r>
              <a:t>Sesión principal: Google OAuth + cookies.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029200"/>
            <a:ext cx="10789920" cy="914400"/>
          </a:xfrm>
          <a:prstGeom prst="roundRect">
            <a:avLst/>
          </a:prstGeom>
          <a:solidFill>
            <a:srgbClr val="FFF8C5"/>
          </a:solidFill>
          <a:ln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6636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A4A4E"/>
                </a:solidFill>
              </a:defRPr>
            </a:pPr>
            <a:r>
              <a:t>Objetivo Día 2–7: unificar en mova_auth con cookie HttpOnly — sin JWT en cliente.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Próximo paso — Día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mkof/02 · Acuerdo + diseño mova_auth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1. Documento «Reglas-mova_auth» — regla: si no pasó por mova_auth, no entra.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2. Lista de 6 archivos PHP: config, session, login, validate, guard, logout.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0545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3. Elegir módulo sandbox para migración (Día 5) — sugerencia: módulo simple bajo /mova/.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723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4. Solicitar al equipo n8n listado de webhooks por módulo (complemento inventario).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931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5. Marcar Día 1 completado en organizador tras compartir este PPT/PDF.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Entregables: MOVA-D1-Inventario-Status.pptx · MOVA-D1-Inventario-Status.pdf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