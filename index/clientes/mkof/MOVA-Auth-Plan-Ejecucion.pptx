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8D8DC"/>
                </a:solidFill>
              </a:defRPr>
            </a:pPr>
            <a:r>
              <a:t>MOVA · Post-auditoría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Plan de ejecución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>
                <a:solidFill>
                  <a:srgbClr val="E8F6F8"/>
                </a:solidFill>
              </a:defRPr>
            </a:pPr>
            <a:r>
              <a:t>Login unificado · mova_auth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D8DC"/>
                </a:solidFill>
              </a:defRPr>
            </a:pPr>
            <a:r>
              <a:t>Hitos 2.1 + 2.2 · Semanas 1–2 del Gantt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GRUPO MAKING OF · Guía para el encargado ·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¿Qué vamos a lograr?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Sin migrar de GoDaddy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F2328"/>
                </a:solidFill>
              </a:defRPr>
            </a:pPr>
            <a:r>
              <a:t>•  Un solo login para todos los módulos M (MAESTRO, INGRESOS, EGRESOS…).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385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F2328"/>
                </a:solidFill>
              </a:defRPr>
            </a:pPr>
            <a:r>
              <a:t>•  mova_auth como único validador — ningún módulo valida por su cuenta.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0545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F2328"/>
                </a:solidFill>
              </a:defRPr>
            </a:pPr>
            <a:r>
              <a:t>•  Sesión en cookie httpOnly + Secure (PHP en GoDaddy), no JWT en localStorage.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723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F2328"/>
                </a:solidFill>
              </a:defRPr>
            </a:pPr>
            <a:r>
              <a:t>•  Duración estimada: 8–10 días hábiles (Fases A → 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3931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F2328"/>
                </a:solidFill>
              </a:defRPr>
            </a:pPr>
            <a:r>
              <a:t>•  Prerrequisito: inventario hecho antes de tocar código en producción.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789920" cy="13716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A4A4E"/>
                </a:solidFill>
              </a:defRPr>
            </a:pPr>
            <a:r>
              <a:t>⚠  El problema no es falta de validación — es fragmentación:</a:t>
            </a:r>
            <a:br/>
            <a:r>
              <a:t>Google + mova_auth + permisos parciales + JWT en el navegador.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Mapa de fases (12 pasos)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Seguir en orden — un módulo a la vez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0789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3560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Fase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3990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A4A4E"/>
                </a:solidFill>
              </a:defRPr>
            </a:pPr>
            <a:r>
              <a:t>Inventario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4173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Día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783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</a:defRPr>
            </a:pPr>
            <a:r>
              <a:t>Pasos 1–2 · Listar módulos y flujos actuales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96312"/>
            <a:ext cx="10789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Fase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6946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A4A4E"/>
                </a:solidFill>
              </a:defRPr>
            </a:pPr>
            <a:r>
              <a:t>Diseñar mova_auth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5877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Días 2–3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95351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</a:defRPr>
            </a:pPr>
            <a:r>
              <a:t>Pasos 3–5 · Carpeta + archivos PHP núcleo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66744"/>
            <a:ext cx="10789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7647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Fase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7398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A4A4E"/>
                </a:solidFill>
              </a:defRPr>
            </a:pPr>
            <a:r>
              <a:t>Login y sesión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7581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Días 4–7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123944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</a:defRPr>
            </a:pPr>
            <a:r>
              <a:t>Pasos 6–9 · Cookie, validate.php, migrar módulos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837176"/>
            <a:ext cx="10789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94690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Fase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9103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A4A4E"/>
                </a:solidFill>
              </a:defRPr>
            </a:pPr>
            <a:r>
              <a:t>Limpieza y cierre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286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Días 8–10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294376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</a:defRPr>
            </a:pPr>
            <a:r>
              <a:t>Pasos 10–12 · Quitar JWT, pruebas, documentar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1 de 12 · Fase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Listar todos los módulos M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Listar todos los módulos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En cPanel → Administrador de archivos → public_html. Anota cada carpeta MOVA y su URL.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Tabla: Módulo | URL | ¿Cómo valida hoy? | ¿localStorage?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No tocar código aún — solo inventario.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Tabla de módulos completa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URLs anotadas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Responsable por módulo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2 de 12 · Fase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Documentar flujo actual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Documentar flujo actual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Por módulo: ¿Google OAuth? ¿mova_auth? ¿JWT en localStorage? ¿llama n8n?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Marcar en rojo lo que NO pase por mova_auth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Dibujar o anotar el flujo actual antes de cambiar nada.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Flujo actual documentado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JWT/localStorage identificados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Endpoints n8n listados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3 de 12 · Fase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Definir mova_auth como único validador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Definir mova_auth como único validador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Acuerdo de equipo: ningún módulo valida permisos solo. Todos usan guard.php.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Si no pasó por mova_auth → redirect a login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Escribir la regla y compartirla con el equipo antes de subir archivos.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Regla escrita y compartida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Lista de archivos acordada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Responsable técnico asignado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4 de 12 · Fase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Crear carpeta mova_auth en GoDaddy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Crear carpeta mova_auth en GoDaddy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cPanel → public_html → Nueva carpeta: mova_auth. Permisos 755.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public_html/mova_auth/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Probar URL https://tudominio.cl/mova_auth/ antes de seguir.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Carpeta creada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Permisos 755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URL responde en navegador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5 de 12 · Fase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Subir archivos núcleo PHP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Subir archivos núcleo PHP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config.php, session.php, login.php, validate.php, guard.php, logout.php.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guard.php se incluye AL INICIO de cada módulo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config.php con secretos — no subir a repos públicos.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6 archivos PHP creados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login.php abre en navegador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guard.php probado en sandbox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6 de 12 · Fase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Implementar login único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Implementar login único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login.php: usuario entra una vez. Google opcional → resultado en sesión PHP, no localStorage.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login.php → sesión → redirect al módulo pedido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Reutilizar tokeninfo + whitelist como hoy en n8n.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Login funciona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Redirect correcto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Google tokeninfo probado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7 de 12 · Fase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Token de sesión propio (cookie)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Token de sesión propio (cookie)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session_start con cookie httpOnly + Secure. El navegador envía la cookie sola.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DevTools → Cookie HttpOnly ✓ — sin JWT en localStorage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Requiere HTTPS (Cloudflare SSL Full).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Cookie HttpOnly activa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Sin JWT en localStorage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Sesión persiste al recargar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8 de 12 · Fase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Endpoint validate.php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Endpoint validate.php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JSON { ok, usuario, permisos } si sesión válida. AJAX con credentials: include.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Cada petición AJAX → validate.php primero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401 sin sesión; 200 con datos de usuario.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validate.php 200 con sesión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401 sin sesión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Permisos por rol correctos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9 de 12 · Fase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Migrar módulos uno por uno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Migrar módulos uno por uno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Orden: sandbox primero, luego el resto. require guard.php al inicio de cada index.php.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Un módulo a la vez — probar antes del siguiente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Eliminar validación duplicada del módulo al migrar.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Sandbox migrado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Módulos críticos migrados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Todos los M usan guard.php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10 de 12 · Fase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Retirar JWT de localStorage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Retirar JWT de localStorage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Buscar localStorage con token/jwt en cada módulo. Eliminar — la cookie basta.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DevTools → Application → Local Storage sin tokens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Revisar también sessionStorage.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localStorage sin JWT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Código viejo eliminado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Sin regresiones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11 de 12 · Fase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Pruebas por módulo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Pruebas por módulo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4 pruebas: sin login → redirect; con login → entra; logout; incógnito pide login.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Chrome normal + ventana incógnito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Repetir en cada módulo M migrado.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4 pruebas OK por módulo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Logout funciona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Sesión expira según config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Paso 12 de 12 · Fase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Documentar y cerrar hitos 2.1 + 2.2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Documentar y cerrar hitos 2.1 + 2.2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Actualizar ficha MOVA: URL login, config.php, acceso cPanel. Marcar Gantt.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91640"/>
            <a:ext cx="502920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👆 Entregable: mova_auth operativo + todos los M centralizados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37560"/>
            <a:ext cx="10972800" cy="8229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56D76"/>
                </a:solidFill>
              </a:defRPr>
            </a:pPr>
            <a:r>
              <a:t>💡 Tip: Capacitar al equipo en el nuevo flujo de login.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Checklist de este paso: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Documentación actualizada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Equipo capacitado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41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☐  Hitos 2.1 y 2.2 cerrados en Gantt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Errores frecuentes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Si pasa esto, revisa esto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A6700"/>
                </a:solidFill>
              </a:defRPr>
            </a:pPr>
            <a:r>
              <a:t>Redirect infinito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716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</a:defRPr>
            </a:pPr>
            <a:r>
              <a:t>→ login.php NO debe incluir guard.php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A6700"/>
                </a:solidFill>
              </a:defRPr>
            </a:pPr>
            <a:r>
              <a:t>Cookie no se guarda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874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</a:defRPr>
            </a:pPr>
            <a:r>
              <a:t>→ HTTPS activo — secure =&gt; true requiere SSL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A6700"/>
                </a:solidFill>
              </a:defRPr>
            </a:pPr>
            <a:r>
              <a:t>Módulo sigue pidiendo login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77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</a:defRPr>
            </a:pPr>
            <a:r>
              <a:t>→ Misma cookie path=/ y misma carpeta mova_auth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A6700"/>
                </a:solidFill>
              </a:defRPr>
            </a:pPr>
            <a:r>
              <a:t>AJAX devuelve 401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880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</a:defRPr>
            </a:pPr>
            <a:r>
              <a:t>→ fetch con credentials: "include"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A6700"/>
                </a:solidFill>
              </a:defRPr>
            </a:pPr>
            <a:r>
              <a:t>Google OK pero no persiste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383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328"/>
                </a:solidFill>
              </a:defRPr>
            </a:pPr>
            <a:r>
              <a:t>→ session_start() antes de cualquier output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Qué NO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Posición del cliente en el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✗  No migrar de GoDaddy ahora (movimiento lateral).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✗  No validar permisos dentro de cada módulo.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✗  No guardar tokens en localStorage.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✗  No migrar todos los módulos el mismo día sin probar.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Antes de dar por cerrado el hito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noFill/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13258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mova_auth es el único punto de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01952"/>
            <a:ext cx="320040" cy="320040"/>
          </a:xfrm>
          <a:prstGeom prst="roundRect">
            <a:avLst/>
          </a:prstGeom>
          <a:noFill/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85623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Todos los módulos M incluyen guard.php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32304"/>
            <a:ext cx="320040" cy="320040"/>
          </a:xfrm>
          <a:prstGeom prst="roundRect">
            <a:avLst/>
          </a:prstGeom>
          <a:noFill/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38658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Cookie httpOnly + Secure activa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62656"/>
            <a:ext cx="320040" cy="320040"/>
          </a:xfrm>
          <a:prstGeom prst="roundRect">
            <a:avLst/>
          </a:prstGeom>
          <a:noFill/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91693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Sin JWT en localStorage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93008"/>
            <a:ext cx="320040" cy="320040"/>
          </a:xfrm>
          <a:prstGeom prst="roundRect">
            <a:avLst/>
          </a:prstGeom>
          <a:noFill/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44728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validate.php operativo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320040" cy="320040"/>
          </a:xfrm>
          <a:prstGeom prst="roundRect">
            <a:avLst/>
          </a:prstGeom>
          <a:noFill/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9776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Pruebas OK en todos los módulos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53712"/>
            <a:ext cx="320040" cy="320040"/>
          </a:xfrm>
          <a:prstGeom prst="roundRect">
            <a:avLst/>
          </a:prstGeom>
          <a:noFill/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50799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Documentación en ficha MOVA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Después del login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F6F8"/>
                </a:solidFill>
              </a:defRPr>
            </a:pPr>
            <a:r>
              <a:t>Gantt Semana 2–3:</a:t>
            </a:r>
            <a:br/>
            <a:br/>
            <a:r>
              <a:t>• Hito 3.1 — Modelar mova_datos (MySQL)</a:t>
            </a:r>
            <a:br/>
            <a:r>
              <a:t>• Hito 3.2 — MySQL fuente → Sheets vista</a:t>
            </a:r>
            <a:br/>
            <a:r>
              <a:t>• Hito 4.0 — Rutinas de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D8DC"/>
                </a:solidFill>
              </a:defRPr>
            </a:pPr>
            <a:r>
              <a:t>Guía detallada: mova-auth-guia.html · PDF MOVA-Auth-Login-Unificado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