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D8DC"/>
                </a:solidFill>
              </a:defRPr>
            </a:pPr>
            <a:r>
              <a:t>MOVA · Login unificado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Plan 7 días hábiles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F6F8"/>
                </a:solidFill>
              </a:defRPr>
            </a:pPr>
            <a:r>
              <a:t>mova_auth · acme-chile.cl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D8DC"/>
                </a:solidFill>
              </a:defRPr>
            </a:pPr>
            <a:r>
              <a:t>6 jul 2026 → 14 jul 2026 · Hitos 2.1 + 2.2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GRUPO MAKING OF · Organizador: index.html?tarea=mkof/01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https://acme-chile.cl/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328"/>
                </a:solidFill>
              </a:defRPr>
            </a:pPr>
            <a:r>
              <a:t>•  Sitio en producción: acme-chile.cl (GoDaddy + Cloudflare).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328"/>
                </a:solidFill>
              </a:defRPr>
            </a:pPr>
            <a:r>
              <a:t>•  Problema: login fragmentado — Google + mova_auth + JWT en localStorage.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328"/>
                </a:solidFill>
              </a:defRPr>
            </a:pPr>
            <a:r>
              <a:t>•  Meta: un solo login, cookie httpOnly, mova_auth valida todos los módulos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328"/>
                </a:solidFill>
              </a:defRPr>
            </a:pPr>
            <a:r>
              <a:t>•  7 pasos = 7 días hábiles (sin migrar de hosting).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328"/>
                </a:solidFill>
              </a:defRPr>
            </a:pPr>
            <a:r>
              <a:t>•  Día 1: solo inventario — no tocar código.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Mapa 7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12 pasos originales comprimidos en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Día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328"/>
                </a:solidFill>
              </a:defRPr>
            </a:pPr>
            <a:r>
              <a:t>Inventario módulos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lun 6 jul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Día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385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328"/>
                </a:solidFill>
              </a:defRPr>
            </a:pPr>
            <a:r>
              <a:t>Acuerdo + diseño mova_auth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mar 7 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968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Día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968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328"/>
                </a:solidFill>
              </a:defRPr>
            </a:pPr>
            <a:r>
              <a:t>Carpeta + archivos en 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96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mié 8 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552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Día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552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328"/>
                </a:solidFill>
              </a:defRPr>
            </a:pPr>
            <a:r>
              <a:t>Login único + cookie httpOnly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55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jue 9 jul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13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Día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13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328"/>
                </a:solidFill>
              </a:defRPr>
            </a:pPr>
            <a:r>
              <a:t>validate.php + 1er módulo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vie 10 jul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Día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72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328"/>
                </a:solidFill>
              </a:defRPr>
            </a:pPr>
            <a:r>
              <a:t>Migrar resto + quitar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lun 13 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Día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303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328"/>
                </a:solidFill>
              </a:defRPr>
            </a:pPr>
            <a:r>
              <a:t>Pruebas y cierre 2.1 + 2.2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230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</a:defRPr>
            </a:pPr>
            <a:r>
              <a:t>mar 14 jul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1 — Qué debes tener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https://acme-chile.cl/ · sin tocar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4A4E"/>
                </a:solidFill>
              </a:defRPr>
            </a:pPr>
            <a:r>
              <a:t>Entregable del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Hoja «Inventario-MOVA-modulos» (Google Sheets o .md en el repo)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7A80"/>
                </a:solidFill>
              </a:defRPr>
            </a:pPr>
            <a:r>
              <a:t>Columnas obligatorias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</a:defRPr>
            </a:pPr>
            <a:r>
              <a:t>Módulo | URL completa | ¿Cómo valida hoy? | ¿JWT/localStorage? | ¿Llama n8n? | Responsable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7A80"/>
                </a:solidFill>
              </a:defRPr>
            </a:pPr>
            <a:r>
              <a:t>Pasos 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1. Entrar a cPanel → Administrador de archivos → public_html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2. Listar cada carpeta/módulo MOVA y su URL en acme-chile.cl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3. Por módulo: anotar si usa Google OAuth, mova_auth u otro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4. Buscar localStorage / JWT en el código (o preguntar al dev)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5. Marcar en rojo lo que NO pase por mova_auth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6. Compartir la tabla con el equipo antes del Día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1 · lun 6 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Inventario módulos M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Inventario módulos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cPanel → public_html en GoDaddy. Listar MAESTRO, INGRESOS, EGRESOS y cada URL bajo acme-chile.cl.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789920" cy="68580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👆 Tabla: Módulo | URL | Cómo valida | ¿JWT? | ¿n8n? | Responsable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Entregable: Entregable: hoja «Inventario-MOVA-modulos»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Acceso cPanel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Todas las URLs anotadas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JWT/localStorage marcados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943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Tabla compartida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2 · mar 7 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Acuerdo + diseño mova_auth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Acuerdo + diseño mova_auth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Regla escrita: ningún módulo valida solo. Definir 6 archivos PHP y módulo sandbox para día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789920" cy="68580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👆 Único validador = mova_auth + guard.php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Entregable: Entregable: doc «Reglas-mova_auth»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Regla acordada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Lista de archivos 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Sandbox elegido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3 · mié 8 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Carpeta + archivos en servidor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Carpeta + archivos en 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Crear public_html/mova_auth/ y subir config, session, login, validate, guard, logout.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789920" cy="68580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👆 login.php debe abrir en 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Entregable: Entregable: 6 archivos PHP en servidor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Carpeta creada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login.php responde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config fuera de Git público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4 · jue 9 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Login único + cookie httpOnly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Login único + cookie httpOnly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Sesión PHP. Google opcional (tokeninfo + whitelist). Cookie Secure + HttpOnly. Sin JWT.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789920" cy="68580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👆 DevTools → cookie HttpOnly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Entregable: Entregable: login con redirect al módulo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Login funciona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Redirect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Sin JWT en localStorage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5 · vie 10 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validate.php + 1er módulo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validate.php + 1er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validate.php JSON 200/401. Migrar módulo sandbox con require guard.php al inicio.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789920" cy="68580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👆 fetch con credentials: include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Entregable: Entregable: 1 módulo M migrado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validate.php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Sandbox con guard.php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Prueba manual 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6 · lun 13 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Migrar resto + quitar JWT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Migrar resto + quitar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Un módulo a la vez. Eliminar validación duplicada y localStorage con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789920" cy="68580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👆 Sin bucles redirect infinito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Entregable: Entregable: todos los M con guard.php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Inventario 100% migrado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localStorage limpio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Sin regresiones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Día 7 · mar 14 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Pruebas y cierre 2.1 + 2.2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Pruebas y cierre 2.1 + 2.2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Por módulo: sin login→redirect, con login→entra, logout, incógnito. Actualizar ficha MOVA.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789920" cy="685800"/>
          </a:xfrm>
          <a:prstGeom prst="roundRect">
            <a:avLst/>
          </a:prstGeom>
          <a:solidFill>
            <a:srgbClr val="FFF8C5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👆 Cerrar hitos en Gantt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Entregable: Entregable: mova_auth operativo documentado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4 pruebas/módulo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Ficha MOVA actualizada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☐  Hitos 2.1 y 2.2 cerrados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Tareas en el organizador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F6F8"/>
                </a:solidFill>
              </a:defRPr>
            </a:pPr>
            <a:r>
              <a:t>7 tareas [MOVA] D1…D7 en el calendario</a:t>
            </a:r>
            <a:br/>
            <a:br/>
            <a:r>
              <a:t>index.html?tarea=mkof/01</a:t>
            </a:r>
            <a:br/>
            <a:br/>
            <a:r>
              <a:t>Recarga el organizador tras git pull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