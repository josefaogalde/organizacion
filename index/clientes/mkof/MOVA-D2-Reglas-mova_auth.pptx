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Día 2 — Auditoría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Reglas mova_auth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F6F8"/>
                </a:solidFill>
              </a:defRPr>
            </a:pPr>
            <a:r>
              <a:t>acme-chile.cl · único validador de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Tarea organizador: index.html?tarea=mkof/02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8 jul 2026 · GRUPO MAKING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8C5"/>
                </a:solidFill>
              </a:defRPr>
            </a:pPr>
            <a:r>
              <a:t>Solo documentar y acordar — NO tocar código en servidor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Contexto — hallazgo Día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Inventario completado · login fragmentado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Portal /mova/ → Google OAuth (no pasa por mova_auth).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mova_auth/login.php → correo+clave (parcial, no gate del panel).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3230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mova/erp/ → contraseña local independiente.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6265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Ningún módulo M usa mova_auth como único validador.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93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Antes de implementar (D3+), el equipo debe acordar las reglas por escrito.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Regla de 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Propuesta para acuerdo del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10789920" cy="1234440"/>
          </a:xfrm>
          <a:prstGeom prst="roundRect">
            <a:avLst/>
          </a:prstGeom>
          <a:solidFill>
            <a:srgbClr val="FFF8C5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A4A4E"/>
                </a:solidFill>
              </a:defRPr>
            </a:pPr>
            <a:r>
              <a:t>Si el usuario no pasó por mova_auth con sesión válida,</a:t>
            </a:r>
            <a:br/>
            <a:r>
              <a:t>no entra a ningún módulo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1. Todo módulo privado incluye guard.php al inicio.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2. Sesión PHP server-side — sin JWT en localStorage.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3. Sin sesión → redirect a /mova_auth/login.php?redirect=…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4. Tras login → vuelve al módulo pedido.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5. Sin logins paralelos por módulo (salvo excepciones documentadas).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5349240"/>
            <a:ext cx="3931920" cy="5943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54864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mova_auth = única puerta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¿Quién debe pasar por mova_auth?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Basado en inventario D1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Auth 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¿mova_auth?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Notas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Portal MOVA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002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Google OAuth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600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600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Hoy no pasa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96596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/mova_auth/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19659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PHP correo+clave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9659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F42C1"/>
                </a:solidFill>
              </a:defRPr>
            </a:pPr>
            <a:r>
              <a:t>Es el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3317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MOVA 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23317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331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Contraseña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3317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331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Login aparte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974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AXON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269748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69748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Sin login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697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69748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Validar D5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063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RRHH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0632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/rrhh/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063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403 Forbidden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63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0632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Sin acceso público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4290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Documentos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34290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/documentos/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4290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Público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4290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F3F00"/>
                </a:solidFill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34290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Excepción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4A4E"/>
                </a:solidFill>
              </a:defRPr>
            </a:pPr>
            <a:r>
              <a:t>Submódulos bajo /mova/ (facturas, oc, agencia…) heredan la misma regla: deben pasar por mova_auth.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Excepciones y contenido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No requieren mova_auth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/documentos/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41732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Playbooks HTML públicos (auditoria_mova.html, etc.)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Assets estáticos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CSS, JS, imágenes sin datos sensibles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login.php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42316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Página de entrada — no se protege con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logout.php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2608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Cierre de sesión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validate.php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900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API JSON 200/401 para AJAX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89120"/>
            <a:ext cx="10789920" cy="9144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720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Prohibido post-acuerdo: Google OAuth directo en módulo · JWT en localStorage · logins duplicados por módulo.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cierre Día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Compartir con equipo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71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Regla de oro acordada con equipo técnico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Tabla de módulos revisada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22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Excepciones públicas confirmadas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8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9806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Documento compartido (PDF/PPT)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735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Tarea mkof/02 marcada completada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Pendiente: acuerdo formal (correo/acta) · Responsable: _______ · Fecha: _______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A4A4E"/>
                </a:solidFill>
              </a:defRPr>
            </a:pPr>
            <a:r>
              <a:t>Próximo: Día 3 — Carpetas y archivos núcleo · mkof/03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