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4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MOVA ·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8F6F8"/>
                </a:solidFill>
              </a:defRPr>
            </a:pPr>
            <a:r>
              <a:t>Paso 1: Crear cuenta con correo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D8DC"/>
                </a:solidFill>
              </a:defRPr>
            </a:pPr>
            <a:r>
              <a:t>Hito 1.1 · Respaldo n8n → GitHub  |  GRUPO MAKING 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Guía para el encargado · 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¿Qué vamos a hacer?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Objetivo de esta guía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328"/>
                </a:solidFill>
              </a:defRPr>
            </a:pPr>
            <a:r>
              <a:t>•  Crear una cuenta de GitHub con un correo general del proyecto (no personal).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328"/>
                </a:solidFill>
              </a:defRPr>
            </a:pPr>
            <a:r>
              <a:t>•  Esa cuenta servirá para respaldar los workflows de n8n (proyecto MOVA).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328"/>
                </a:solidFill>
              </a:defRPr>
            </a:pPr>
            <a:r>
              <a:t>•  Plan gratuito (Free) — suficiente para repos privados.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328"/>
                </a:solidFill>
              </a:defRPr>
            </a:pPr>
            <a:r>
              <a:t>•  Tiempo estimado: 10–15 minutos.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328"/>
                </a:solidFill>
              </a:defRPr>
            </a:pPr>
            <a:r>
              <a:t>•  Paso 2 (siguiente entrega): crear el repo privado mova-n8n-workflows.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Antes de empezar: el correo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Usar un buzón del equipo, no de una sola persona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3774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4A4E"/>
                </a:solidFill>
              </a:defRPr>
            </a:pPr>
            <a:r>
              <a:t>infra@mova.cl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325880"/>
            <a:ext cx="23774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3898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4A4E"/>
                </a:solidFill>
              </a:defRPr>
            </a:pPr>
            <a:r>
              <a:t>tecnologia@grupomakingof.cl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25880"/>
            <a:ext cx="23774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3898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4A4E"/>
                </a:solidFill>
              </a:defRPr>
            </a:pPr>
            <a:r>
              <a:t>devops@mova.cl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325880"/>
            <a:ext cx="23774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3898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4A4E"/>
                </a:solidFill>
              </a:defRPr>
            </a:pPr>
            <a:r>
              <a:t>sistemas@empresa.cl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✓  Varias personas deben poder recibir el código de verificación.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06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✓  Guardar la contraseña en un gestor del equipo (1Password, Bitwarden…).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✓  Anotar usuario @ y correo en la ficha del proyecto MOVA.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✓  Activar verificación en dos pasos (2FA) cuando la cuenta esté lista.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89120"/>
            <a:ext cx="10515600" cy="1463040"/>
          </a:xfrm>
          <a:prstGeom prst="roundRect">
            <a:avLst/>
          </a:prstGeom>
          <a:solidFill>
            <a:srgbClr val="FFF8C5"/>
          </a:solidFill>
          <a:ln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A4A4E"/>
                </a:solidFill>
              </a:defRPr>
            </a:pPr>
            <a:r>
              <a:t>⚠  Si ya tienes otra sesión de GitHub abierta, usa ventana de incógnito</a:t>
            </a:r>
            <a:br/>
            <a:r>
              <a:t>     o cierra sesión antes de crear esta cuenta.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Paso 1 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Abrir la página de registro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Abrir la página de registro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En el navegador (Chrome, Edge o Firefox), escribe la dirección y presiona Enter.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💡 Tip: Si ya tienes sesión en GitHub con otra cuenta, abre una ventana de incógnito o cierra sesión primero.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969DA"/>
                </a:solidFill>
              </a:defRPr>
            </a:pPr>
            <a:r>
              <a:t>github.com/signup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328"/>
                </a:solidFill>
              </a:defRPr>
            </a:pPr>
            <a:r>
              <a:t>GitHub · Sign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56D76"/>
                </a:solidFill>
              </a:defRPr>
            </a:pPr>
            <a:r>
              <a:t>Crear tu cuenta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246120"/>
            <a:ext cx="4663440" cy="640080"/>
          </a:xfrm>
          <a:prstGeom prst="roundRect">
            <a:avLst/>
          </a:prstGeom>
          <a:solidFill>
            <a:srgbClr val="FFF8C5"/>
          </a:solidFill>
          <a:ln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3832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4A4E"/>
                </a:solidFill>
              </a:defRPr>
            </a:pPr>
            <a:r>
              <a:t>👆 Escribe github.com/signup en la barra del navegador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Paso 2 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Ingresar el correo general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Ingresar el correo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En el campo Email, escribe el correo del proyecto (no un correo personal de una sola persona).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💡 Tip: Ejemplo: infra@mova.cl — debe ser un buzón al que el equipo tenga acceso.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969DA"/>
                </a:solidFill>
              </a:defRPr>
            </a:pPr>
            <a:r>
              <a:t>github.com/signup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328"/>
                </a:solidFill>
              </a:defRPr>
            </a:pPr>
            <a: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328"/>
                </a:solidFill>
              </a:defRPr>
            </a:pPr>
            <a:r>
              <a:t>Email  ← AQUÍ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862072"/>
            <a:ext cx="4663440" cy="384048"/>
          </a:xfrm>
          <a:prstGeom prst="roundRect">
            <a:avLst/>
          </a:prstGeom>
          <a:solidFill>
            <a:srgbClr val="FFF8C5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29260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</a:defRPr>
            </a:pPr>
            <a:r>
              <a:t>infra@mova.cl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38328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328"/>
                </a:solidFill>
              </a:defRPr>
            </a:pPr>
            <a:r>
              <a:t>Password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3639312"/>
            <a:ext cx="46634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37033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</a:defRPr>
            </a:pPr>
            <a:r>
              <a:t>••••••••••••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Paso 3 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Crear una contraseña segura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Crear una contraseña segura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Elige una contraseña larga (mínimo 15 caracteres). Guárdala en el gestor de contraseñas del equipo.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💡 Tip: No uses la misma contraseña de otro servicio. GitHub mostrará si es débil o fuerte.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969DA"/>
                </a:solidFill>
              </a:defRPr>
            </a:pPr>
            <a:r>
              <a:t>github.com/signup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328"/>
                </a:solidFill>
              </a:defRPr>
            </a:pPr>
            <a:r>
              <a:t>Email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404872"/>
            <a:ext cx="46634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24688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</a:defRPr>
            </a:pPr>
            <a:r>
              <a:t>infra@mova.cl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92608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328"/>
                </a:solidFill>
              </a:defRPr>
            </a:pPr>
            <a:r>
              <a:t>Password  ← AQUÍ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3182112"/>
            <a:ext cx="4663440" cy="384048"/>
          </a:xfrm>
          <a:prstGeom prst="roundRect">
            <a:avLst/>
          </a:prstGeom>
          <a:solidFill>
            <a:srgbClr val="FFF8C5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32461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</a:defRPr>
            </a:pPr>
            <a:r>
              <a:t>Mova-2026-Segura!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7490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883D"/>
                </a:solidFill>
              </a:defRPr>
            </a:pPr>
            <a:r>
              <a:t>●●●●● Fuerte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Paso 4 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Elegir nombre de usuario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Elegir nombre de usuario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Este será el @público de la cuenta. Usa algo del proyecto, por ejemplo mova-infra o makingof-mova.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💡 Tip: Solo letras, números y guiones. Una vez creado, cuesta cambiarlo.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969DA"/>
                </a:solidFill>
              </a:defRPr>
            </a:pPr>
            <a:r>
              <a:t>github.com/signup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328"/>
                </a:solidFill>
              </a:defRPr>
            </a:pPr>
            <a:r>
              <a:t>Username  ← AQUÍ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404872"/>
            <a:ext cx="4663440" cy="384048"/>
          </a:xfrm>
          <a:prstGeom prst="roundRect">
            <a:avLst/>
          </a:prstGeom>
          <a:solidFill>
            <a:srgbClr val="FFF8C5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24688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</a:defRPr>
            </a:pPr>
            <a:r>
              <a:t>mova-infra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0175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56D76"/>
                </a:solidFill>
              </a:defRPr>
            </a:pPr>
            <a:r>
              <a:t>github.com/mova-infra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Paso 5 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Confirmar y crear cuenta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Confirmar y crear cuenta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GitHub puede pedir un puzzle o captcha. Complétalo y haz clic en Create account.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💡 Tip: Si el correo ya está usado, recupera acceso o usa otro correo general.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969DA"/>
                </a:solidFill>
              </a:defRPr>
            </a:pPr>
            <a:r>
              <a:t>github.com/signup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148840"/>
            <a:ext cx="4663440" cy="59436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F2328"/>
                </a:solidFill>
              </a:defRPr>
            </a:pPr>
            <a:r>
              <a:t>🤖 Verificar que no eres un robot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2971800"/>
            <a:ext cx="2011680" cy="438912"/>
          </a:xfrm>
          <a:prstGeom prst="roundRect">
            <a:avLst/>
          </a:prstGeom>
          <a:solidFill>
            <a:srgbClr val="1F8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Create account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2926080"/>
            <a:ext cx="2103120" cy="530352"/>
          </a:xfrm>
          <a:prstGeom prst="roundRect">
            <a:avLst/>
          </a:prstGeom>
          <a:noFill/>
          <a:ln w="254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Paso 6 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Verificar el correo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Verificar el correo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GitHub envía un código de 8 dígitos al correo. Ábrelo, copia el código y pégalo en la pantalla.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💡 Tip: Revisa carpeta Spam si no llega en 2 minutos.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969DA"/>
                </a:solidFill>
              </a:defRPr>
            </a:pPr>
            <a:r>
              <a:t>github.com/signup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328"/>
                </a:solidFill>
              </a:defRPr>
            </a:pPr>
            <a:r>
              <a:t>Verify your 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5146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56D76"/>
                </a:solidFill>
              </a:defRPr>
            </a:pPr>
            <a:r>
              <a:t>Código enviado a infra@mova.cl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971800"/>
            <a:ext cx="4663440" cy="502920"/>
          </a:xfrm>
          <a:prstGeom prst="roundRect">
            <a:avLst/>
          </a:prstGeom>
          <a:solidFill>
            <a:srgbClr val="FFF8C5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3063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328"/>
                </a:solidFill>
              </a:defRPr>
            </a:pPr>
            <a:r>
              <a:t>4   8   2   9   1   5   7   3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3657600"/>
            <a:ext cx="2011680" cy="438912"/>
          </a:xfrm>
          <a:prstGeom prst="roundRect">
            <a:avLst/>
          </a:prstGeom>
          <a:solidFill>
            <a:srgbClr val="1F8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Continue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Paso 7 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Omitir preguntas opcionales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Omitir preguntas opcionales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GitHub puede preguntar cuántos integrantes tiene el equipo. Puedes saltar (Skip) todo.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💡 Tip: No afecta el uso. Lo importante es llegar al dashboard principal.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969DA"/>
                </a:solidFill>
              </a:defRPr>
            </a:pPr>
            <a:r>
              <a:t>github.com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328"/>
                </a:solidFill>
              </a:defRPr>
            </a:pPr>
            <a:r>
              <a:t>Welcome to GitHub!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5603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56D76"/>
                </a:solidFill>
              </a:defRPr>
            </a:pPr>
            <a:r>
              <a:t>¿Cuántas personas trabajan contigo?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3154680"/>
            <a:ext cx="2286000" cy="411480"/>
          </a:xfrm>
          <a:prstGeom prst="roundRect">
            <a:avLst/>
          </a:prstGeom>
          <a:noFill/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32278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56D76"/>
                </a:solidFill>
              </a:defRPr>
            </a:pPr>
            <a:r>
              <a:t>Skip this step 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Paso 8 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Elegir plan gratuito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Elegir plan gratuito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Selecciona Continue for free. No necesitas plan de pago para repos privados.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💡 Tip: GitHub Free permite repos privados ilimitados — suficiente para MOVA.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969DA"/>
                </a:solidFill>
              </a:defRPr>
            </a:pPr>
            <a:r>
              <a:t>github.com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328"/>
                </a:solidFill>
              </a:defRPr>
            </a:pPr>
            <a:r>
              <a:t>Pick a 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606040"/>
            <a:ext cx="4663440" cy="822960"/>
          </a:xfrm>
          <a:prstGeom prst="roundRect">
            <a:avLst/>
          </a:prstGeom>
          <a:solidFill>
            <a:srgbClr val="F0F6FF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6974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328"/>
                </a:solidFill>
              </a:defRPr>
            </a:pPr>
            <a:r>
              <a:t>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9718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56D76"/>
                </a:solidFill>
              </a:defRPr>
            </a:pPr>
            <a:r>
              <a:t>Repos privados ilimitados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3611880"/>
            <a:ext cx="2011680" cy="438912"/>
          </a:xfrm>
          <a:prstGeom prst="roundRect">
            <a:avLst/>
          </a:prstGeom>
          <a:solidFill>
            <a:srgbClr val="1F8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Continue for free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3566160"/>
            <a:ext cx="2103120" cy="530352"/>
          </a:xfrm>
          <a:prstGeom prst="roundRect">
            <a:avLst/>
          </a:prstGeom>
          <a:noFill/>
          <a:ln w="254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Paso 9 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Cuenta lista — anotar datos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Cuenta lista — anotar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Ya estás dentro. Anota en la ficha MOVA: correo, usuario @, y dónde guardaste la contraseña.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💡 Tip: Siguiente paso: crear el repo privado mova-n8n-workflows.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969DA"/>
                </a:solidFill>
              </a:defRPr>
            </a:pPr>
            <a:r>
              <a:t>github.com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883D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51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883D"/>
                </a:solidFill>
              </a:defRPr>
            </a:pPr>
            <a:r>
              <a:t>¡Cuenta creada!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154680"/>
            <a:ext cx="4663440" cy="68580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20840" y="3291840"/>
            <a:ext cx="411480" cy="41148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32461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328"/>
                </a:solidFill>
              </a:defRPr>
            </a:pPr>
            <a:r>
              <a:t>mova-infra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5204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infra@mova.cl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Checklist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Marca cada ítem antes de avisar que terminaste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0040" cy="320040"/>
          </a:xfrm>
          <a:prstGeom prst="roundRect">
            <a:avLst/>
          </a:prstGeom>
          <a:noFill/>
          <a:ln w="254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3258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Correo general del proyecto definido y accesible por el equipo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20040" cy="320040"/>
          </a:xfrm>
          <a:prstGeom prst="roundRect">
            <a:avLst/>
          </a:prstGeom>
          <a:noFill/>
          <a:ln w="254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202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Cuenta creada en github.com/signup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320040" cy="320040"/>
          </a:xfrm>
          <a:prstGeom prst="roundRect">
            <a:avLst/>
          </a:prstGeom>
          <a:noFill/>
          <a:ln w="254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514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Correo verificado con el código de 8 dígitos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320040" cy="320040"/>
          </a:xfrm>
          <a:prstGeom prst="roundRect">
            <a:avLst/>
          </a:prstGeom>
          <a:noFill/>
          <a:ln w="254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1089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Plan Free activo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40"/>
            <a:ext cx="320040" cy="320040"/>
          </a:xfrm>
          <a:prstGeom prst="roundRect">
            <a:avLst/>
          </a:prstGeom>
          <a:noFill/>
          <a:ln w="254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7033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Usuario y contraseña guardados en gestor del equipo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43400"/>
            <a:ext cx="320040" cy="320040"/>
          </a:xfrm>
          <a:prstGeom prst="roundRect">
            <a:avLst/>
          </a:prstGeom>
          <a:noFill/>
          <a:ln w="254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2976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Datos anotados en ficha MOVA (correo + usuario @)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4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Paso 2 · Continuación disponible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8F6F8"/>
                </a:solidFill>
              </a:defRPr>
            </a:pPr>
            <a:r>
              <a:t>Crear repositorio privado:</a:t>
            </a:r>
            <a:br/>
            <a:br/>
            <a:r>
              <a:t>mova-n8n-workflows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8D8DC"/>
                </a:solidFill>
              </a:defRPr>
            </a:pPr>
            <a:r>
              <a:t>Guía: github-repo.html · PPT: MOVA-GitHub-Paso2-Repo-Privado.pptx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MOVA · GRUPO MAKING OF · Jun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