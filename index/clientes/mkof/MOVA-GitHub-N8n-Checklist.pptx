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Hito 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GitHub + solicitud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F6F8"/>
                </a:solidFill>
              </a:defRPr>
            </a:pPr>
            <a:r>
              <a:t>Checklist paso a paso · 10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Paso 1 cuenta → Paso 2 repo → Paso 3 solicitud n8n (tabla + JSON + capturas)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GRUPO MAKING OF · acme-chile.cl · auditoría MOVA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Orden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Tres pasos + checklist por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594360" cy="59436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371600"/>
            <a:ext cx="99669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444752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Crear cuenta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00784"/>
            <a:ext cx="9692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Correo general del equipo · plan Free · verificar 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94360" cy="59436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2148840"/>
            <a:ext cx="99669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221992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Repo privado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478024"/>
            <a:ext cx="9692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mova-n8n-workflows · Private · vacío · copiar URL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26080"/>
            <a:ext cx="594360" cy="59436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6324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2926080"/>
            <a:ext cx="99669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999232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Solicitud n8n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255264"/>
            <a:ext cx="9692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Tabla + JSON + capturas por workflow · github-n8n.html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40480"/>
            <a:ext cx="10789920" cy="100584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2A4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23360"/>
            <a:ext cx="10424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Tiempo estimado: ~30 min GitHub + 5 min enviar solicitud n8n.</a:t>
            </a:r>
            <a:br/>
            <a:r>
              <a:t>El trabajo mova_auth (D2–D5) sigue en paralelo — n8n no lo bloquea.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Bloque A — Crear cuenta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Paso 1 · github.com/signup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32588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28016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33502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Abrir registro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59105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Ir a github.com/signup (ventana incógnito si ya hay otra sesión).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75688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2140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029968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084832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Correo general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34086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Email del proyecto — no personal. Varios deben leer el código de verificación.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2825496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7121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2779776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283464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Contraseña segura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09067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Mínimo 15 caracteres. Guardar en gestor del equipo (1Password, Bitwarden).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575304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3529584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584448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Username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8404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Ej. mova-infra — solo letras, números y guiones. Difícil de cambiar después.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325112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37083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279392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4334256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Create account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59028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Resolver captcha → botón verde Create account.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507492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12064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502920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4440" y="508406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Verificar email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34009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Código de 8 dígitos del correo (revisar spam).</a:t>
            </a:r>
          </a:p>
        </p:txBody>
      </p:sp>
      <p:sp>
        <p:nvSpPr>
          <p:cNvPr id="37" name="Oval 36"/>
          <p:cNvSpPr/>
          <p:nvPr/>
        </p:nvSpPr>
        <p:spPr>
          <a:xfrm>
            <a:off x="640080" y="5824728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97280" y="5779008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40" y="5833872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Plan Free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608990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Skip preguntas opcionales → Continue for free.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" y="6574536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62025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280" y="6528816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4440" y="658368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Anotar datos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683971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Correo, usuario @ y ubicación de la contraseña en ficha MOVA.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· Bloque A — Cuenta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Marcar al completar cada ítem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258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Correo general del proyecto definido y accesible por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647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6479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Cuenta creada en github.com/signup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20370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Correo verificado con código de 8 dígitos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426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Plan Free activo (repos privados incluidos)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Usuario y contraseña guardados en gestor compartido del 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2044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2FA planificado para activar cuando el equipo lo acuerde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5935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95935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Datos anotados en ficha MOVA (correo + usuario @)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56D76"/>
                </a:solidFill>
              </a:defRPr>
            </a:pPr>
            <a:r>
              <a:t>Guía detallada: github-cuenta.html · MOVA-GitHub-Paso1-Crear-Cuenta.pdf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Bloque B — Repo privado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Paso 2 · github.com/new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32588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28016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33502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Iniciar sesión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59105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github.com/login con la cuenta del Bloque A.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75688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2140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029968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084832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New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34086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Botón + arriba derecha → New repository (o github.com/new).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2825496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7121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2779776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283464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Owner correcto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09067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Debe ser la cuenta MOVA creada en el Paso 1.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575304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3529584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584448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Nombre exacto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8404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Repository name → mova-n8n-workflows (minúsculas, guiones).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325112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37083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279392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4334256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Descripción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59028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Opcional: Respaldo de workflows n8n — proyecto MOVA.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507492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12064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502920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4440" y="508406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Private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34009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Visibility → Private (candado). Nunca público — lógica sensible.</a:t>
            </a:r>
          </a:p>
        </p:txBody>
      </p:sp>
      <p:sp>
        <p:nvSpPr>
          <p:cNvPr id="37" name="Oval 36"/>
          <p:cNvSpPr/>
          <p:nvPr/>
        </p:nvSpPr>
        <p:spPr>
          <a:xfrm>
            <a:off x="640080" y="5824728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97280" y="5779008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40" y="5833872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Repo vacío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608990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NO marcar README, .gitignore ni license.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" y="6574536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62025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280" y="6528816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4440" y="658368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Create + URL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683971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Create repository → copiar URL HTTPS y anotar en ficha MOVA.</a:t>
            </a:r>
          </a:p>
        </p:txBody>
      </p:sp>
      <p:sp>
        <p:nvSpPr>
          <p:cNvPr id="47" name="Oval 46"/>
          <p:cNvSpPr/>
          <p:nvPr/>
        </p:nvSpPr>
        <p:spPr>
          <a:xfrm>
            <a:off x="640080" y="7324344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7370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7278624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34440" y="7333488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Colaboradores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4440" y="758952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Opcional: Settings → Collaborators → Add people (rol Write).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· Bloque B — Repo privado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Marcar al completar cada ítem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258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Sesión iniciada con la cuenta del Bloque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647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6479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Repositorio mova-n8n-workflows creado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20370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Visibilidad Private confirmada (candado visible)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426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Repositorio vacío — sin README inicial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URL del repo copiada y anotada en ficha MOVA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2044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Colaboradores del equipo invitados (si aplica)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5935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95935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Equipo técnico avisado: repo listo para recibir backup n8n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56D76"/>
                </a:solidFill>
              </a:defRPr>
            </a:pPr>
            <a:r>
              <a:t>Guía detallada: github-repo.html · Paso 3 → github-n8n.html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Bloque C · Pedido 1 — Inventario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Tabla operativa para auditoría MOVA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Pedir al equipo que administra n8n — complementa el inventario D1 (columna «¿n8n?»).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0789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1907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A4A4E"/>
                </a:solidFill>
              </a:defRPr>
            </a:pPr>
            <a:r>
              <a:t>Workflow | Activo | Webhook URL | Módulo | Auth | Método | Sensibles | Responsable | 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1.  Listar todos los workflows activos que sirven a acme-chile.cl o módulos 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2491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2.  Por cada uno: URL completa del webhook en producción.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638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3.  Indicar módulo consumidor: Portal /mova/, ERP, AXON, RRHH, etc.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0273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4.  Documentar si requiere auth (token, API key, header, whitelist IP o ninguna).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416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5.  Enviar tabla por correo o carpeta compartida — sin contraseñas en texto plano.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72000"/>
            <a:ext cx="10789920" cy="77724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709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F37"/>
                </a:solidFill>
              </a:defRPr>
            </a:pPr>
            <a:r>
              <a:t>Este pedido NO se reemplaza con JSON — necesitamos la tabla para mapear módulo ↔ webhook ↔ auth.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· Pedido 1 — Inventario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Tabla de webhooks en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C1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258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Contacto del equipo n8n identificado (nombre + correo)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647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6479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Solicitud enviada con columnas acordadas (ver slide anterior)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20370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Workflows de acme-chile.cl / módulos M listados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426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URL de cada webhook en producción recibida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Módulo consumidor indicado por cada 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2044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Tipo de autenticación documentado (sin secretos en claro)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5935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95935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Responsable por workflow asignado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9826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9826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Tabla integrada al Inventario-MOVA-modulos.md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Bloque C · Pedido 2 — Export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Backup para repo mova-n8n-workflows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28016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23444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28930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Export por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54533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En n8n: workflow → menú ⋯ → Download / Export → archivo .json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29968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1984248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039112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Solo activos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29514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Exportar workflows en producción (activos), no borradores obsoletos.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2779776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2549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2734056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278892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Entrega en zip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04495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Carpeta comprimida con todos los JSON o push directo al repo GitHub.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529584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7530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3483864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538728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Sin secretos por correo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79476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Los JSON pueden referenciar credenciales por nombre — no enviar passwords.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279392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32511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233672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4288536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Primera carga al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54456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Subir al repo privado cuando el equipo tenga acceso Write.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74920"/>
            <a:ext cx="10789920" cy="68580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2120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F3F00"/>
                </a:solidFill>
              </a:defRPr>
            </a:pPr>
            <a:r>
              <a:t>El JSON guarda la estructura del workflow. Las credenciales reales siguen en n8n.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· Pedido 2 — Export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Respaldo en GitHub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C2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258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Solicitud de export JSON incluida en el mismo correo al equipo n8n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647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6479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Archivos .json recibidos por cada workflow activo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20370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Verificado que no vienen contraseñas en texto plano adjuntas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426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JSON almacenados en carpeta segura o subidos a mova-n8n-workflows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Fecha del primer backup anotada en ficha MOVA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2044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Responsable del backup periódico definido (semanal sugerido)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3 · Pedido 3 — Capturas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Entender el flujo visual por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23444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18872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24358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Lista workflows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4996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Captura de n8n con workflows activos (ON) visibles.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1984248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1938528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1993392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Canvas completo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24942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Por workflow: todos los nodos — trigger → lógica → 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2734056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7977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2688336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2743200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Nodo Webhook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99923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Panel del webhook: URL producción, método HTTP, path.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483864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958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3438144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493008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Validación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74904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Nodos IF/Code donde validan token o usuario (clave D5).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233672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27939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187952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4242816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Executions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4988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Opcional: ejecución Success reciente — tapar datos sensibles.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983480"/>
            <a:ext cx="347472" cy="347472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02920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493776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4440" y="4992624"/>
            <a:ext cx="10241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Tapar secretos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24865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Pedir que oculten API keys y tokens antes de enviar.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166360"/>
            <a:ext cx="10789920" cy="6400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03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F37"/>
                </a:solidFill>
              </a:defRPr>
            </a:pPr>
            <a:r>
              <a:t>Las capturas complementan tabla y JSON — no las reemplazan. Guía: github-n8n.html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· Paso 3 — Capturas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Por cada workflow activo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258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Correo enviado con los 3 pedidos (tabla + JSON + capturas)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647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6479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Lista de capturas requeridas incluida en el correo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20370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Captura lista workflows recibida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426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Captura canvas por workflow activo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Captura nodo Webhook por workflow (URL coincide con tabla)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2044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Capturas de validación auth recibidas o «sin auth» documentado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5935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95935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Secretos tapados en todas las capturas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9826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9826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Entregables organizados en carpeta por workflow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3 · Contexto complementario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Además de tabla, JSON y capturas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80160"/>
            <a:ext cx="2194560" cy="640080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URL instancia n8n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280160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4630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Ej. n8n.empresa.cl — dónde administran.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29968"/>
            <a:ext cx="2194560" cy="640080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3113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Admin / contacto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029968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212848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Quién tiene acceso admin para cambios futuros.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79776"/>
            <a:ext cx="2194560" cy="640080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8094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Webhooks sin auth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3240" y="2779776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962656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¿Algún endpoint público sin validación? — riesgo a documentar.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29584"/>
            <a:ext cx="2194560" cy="640080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Validación de usuario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3240" y="3529584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3712464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¿Algún workflow valida sesión/token de usuario? (clave para D5).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279392"/>
            <a:ext cx="2194560" cy="640080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4805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Backup automático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4279392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462272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¿Existe sync a GitHub o hay que configurarlo después del repo?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· Contexto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Complemento al Paso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56032"/>
            <a:ext cx="18288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329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+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258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URL de la instancia n8n recibida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647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6479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Contacto admin n8n confirmado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20370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Listado de webhooks sin autenticación (si existen)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4261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Workflows que validan usuario/sesión identificados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Decisión sobre backup automático vs manual documentada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Qué NO pedir (o pedir con cuidado)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Evitar riesgos de seguridad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4846320" cy="594360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904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F3F00"/>
                </a:solidFill>
              </a:defRPr>
            </a:pPr>
            <a:r>
              <a:t>✗  Contraseñas / API keys por correo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325880"/>
            <a:ext cx="5715000" cy="594360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435608"/>
            <a:ext cx="5440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7F37"/>
                </a:solidFill>
              </a:defRPr>
            </a:pPr>
            <a:r>
              <a:t>✓  Pedir solo tipo de auth y nombre de credencial en n8n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39112"/>
            <a:ext cx="4846320" cy="594360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037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F3F00"/>
                </a:solidFill>
              </a:defRPr>
            </a:pPr>
            <a:r>
              <a:t>✗  Solo JSON o solo capturas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039112"/>
            <a:ext cx="5715000" cy="594360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148840"/>
            <a:ext cx="5440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7F37"/>
                </a:solidFill>
              </a:defRPr>
            </a:pPr>
            <a:r>
              <a:t>✓  Pedir tabla + JSON + capturas (los tres)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52344"/>
            <a:ext cx="4846320" cy="594360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169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F3F00"/>
                </a:solidFill>
              </a:defRPr>
            </a:pPr>
            <a:r>
              <a:t>✗  Acceso admin n8n hoy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2752344"/>
            <a:ext cx="5715000" cy="594360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862072"/>
            <a:ext cx="5440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7F37"/>
                </a:solidFill>
              </a:defRPr>
            </a:pPr>
            <a:r>
              <a:t>✓  Solo listado + exports; admin puede ser después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65576"/>
            <a:ext cx="4846320" cy="594360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30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F3F00"/>
                </a:solidFill>
              </a:defRPr>
            </a:pPr>
            <a:r>
              <a:t>✗  Export con secretos embebidos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3465576"/>
            <a:ext cx="5715000" cy="594360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3575304"/>
            <a:ext cx="5440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7F37"/>
                </a:solidFill>
              </a:defRPr>
            </a:pPr>
            <a:r>
              <a:t>✓  Export estándar; credenciales documentadas aparte en n8n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Texto listo para enviar al equipo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Copiar y pegar en correo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1078992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424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Asunto: Solicitud MOVA — inventario y respaldo n8n (acme-chile.cl)</a:t>
            </a:r>
            <a:br/>
            <a:br/>
            <a:r>
              <a:t>Hola,</a:t>
            </a:r>
            <a:br/>
            <a:br/>
            <a:r>
              <a:t>Para la auditoría MOVA en acme-chile.cl necesitamos:</a:t>
            </a:r>
            <a:br/>
            <a:br/>
            <a:r>
              <a:t>1) TABLA de workflows en producción que sirvan al sitio o módulos MOVA:</a:t>
            </a:r>
            <a:br/>
            <a:r>
              <a:t>   · Nombre · URL webhook · Módulo · Auth · Responsable · Notas</a:t>
            </a:r>
            <a:br/>
            <a:br/>
            <a:r>
              <a:t>2) EXPORT JSON de esos workflows activos (backup repo privado mova-n8n-workflows).</a:t>
            </a:r>
            <a:br/>
            <a:br/>
            <a:r>
              <a:t>3) CAPTURAS por workflow activo:</a:t>
            </a:r>
            <a:br/>
            <a:r>
              <a:t>   · Lista workflows · canvas completo · nodo Webhook</a:t>
            </a:r>
            <a:br/>
            <a:r>
              <a:t>   · nodos validación auth · ejecución Success (opcional)</a:t>
            </a:r>
            <a:br/>
            <a:r>
              <a:t>   Tapar secretos antes de enviar.</a:t>
            </a:r>
            <a:br/>
            <a:br/>
            <a:r>
              <a:t>4) CONTEXTO: URL instancia n8n · contacto admin · webhooks sin auth.</a:t>
            </a:r>
            <a:br/>
            <a:br/>
            <a:r>
              <a:t>No enviar contraseñas ni tokens por correo.</a:t>
            </a:r>
            <a:br/>
            <a:br/>
            <a:r>
              <a:t>Plazo sugerido: [FECHA]</a:t>
            </a:r>
            <a:br/>
            <a:r>
              <a:t>Contacto MOVA: [TU CORREO]</a:t>
            </a:r>
            <a:br/>
            <a:br/>
            <a:r>
              <a:t>Gracias.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maestro — cierre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GitHub + solicitud n8n enviada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28016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Paso 1 — Cuenta GitHub creada y verificada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1907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Paso 2 — Repo mova-n8n-workflows privado · URL anotada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15798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Paso 3 — Correo n8n enviado (tabla + JSON + capturas)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96896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Capturas requeridas listadas en el correo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3580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Ficha MOVA actualizada (GitHub + repo + contacto n8n)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747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Seguimiento agendado cuando responda el equipo n8n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1363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91363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Inventario-MOVA-modulos.md listo para columna n8n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5254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35254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Continuar mova_auth (D3 archivos núcleo) en paralelo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Guías: github-cuenta.html · github-repo.html · github-n8n.html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