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D8DC"/>
                </a:solidFill>
              </a:defRPr>
            </a:pPr>
            <a:r>
              <a:t>Continuación · Paso 1 completado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MOVA · GitHub Paso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F6F8"/>
                </a:solidFill>
              </a:defRPr>
            </a:pPr>
            <a:r>
              <a:t>Crear repositorio privado: mova-n8n-workflows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D8DC"/>
                </a:solidFill>
              </a:defRPr>
            </a:pPr>
            <a:r>
              <a:t>Hito 1.1 · Respaldo n8n → GitHub  |  GRUPO MAKING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Guía para el encargado ·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¿Qué vamos a hacer?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Paso 2 — después de crear la cuenta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328"/>
                </a:solidFill>
              </a:defRPr>
            </a:pPr>
            <a:r>
              <a:t>•  Crear el repo privado mova-n8n-workflows en la cuenta del Paso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328"/>
                </a:solidFill>
              </a:defRPr>
            </a:pPr>
            <a:r>
              <a:t>•  Visibilidad Private — los workflows pueden tener datos sensibles.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328"/>
                </a:solidFill>
              </a:defRPr>
            </a:pPr>
            <a:r>
              <a:t>•  Repo vacío (sin README) para el primer backup desde n8n.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328"/>
                </a:solidFill>
              </a:defRPr>
            </a:pPr>
            <a:r>
              <a:t>•  Anotar la URL del repo en la ficha MOVA.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328"/>
                </a:solidFill>
              </a:defRPr>
            </a:pPr>
            <a:r>
              <a:t>•  Tiempo estimado: 5–10 minutos.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Paso 1 debe estar listo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✓  Cuenta GitHub con correo general del equipo.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✓  Usuario y contraseña en el gestor del equipo.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✓  Iniciar sesión en github.com/login.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✓  Nombre del repo: mova-n8n-workflows (exacto, minúsculas).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1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Iniciar sesión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Iniciar sesión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Entra en github.com/login con la cuenta del Paso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Usa el correo general del equipo.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Username or email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404872"/>
            <a:ext cx="46634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4688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infra@mova.cl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260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Password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182112"/>
            <a:ext cx="4663440" cy="384048"/>
          </a:xfrm>
          <a:prstGeom prst="roundRect">
            <a:avLst/>
          </a:prstGeom>
          <a:solidFill>
            <a:srgbClr val="FFF8C5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32461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••••••••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3749040"/>
            <a:ext cx="2377440" cy="438912"/>
          </a:xfrm>
          <a:prstGeom prst="roundRect">
            <a:avLst/>
          </a:prstGeom>
          <a:solidFill>
            <a:srgbClr val="1F8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Sign 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2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Abrir New repository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Abrir New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Clic en + arriba a la derecha → New repository.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También: github.com/new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969DA"/>
                </a:solidFill>
              </a:defRPr>
            </a:pPr>
            <a:r>
              <a:t>+  New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</a:defRPr>
            </a:pPr>
            <a:r>
              <a:t>github.com/new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3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Propietario (Owner)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Propietario (Owner)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Verifica que Owner sea la cuenta MOVA.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No cambies a otra org sin consultar.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404872"/>
            <a:ext cx="4663440" cy="384048"/>
          </a:xfrm>
          <a:prstGeom prst="roundRect">
            <a:avLst/>
          </a:prstGeom>
          <a:solidFill>
            <a:srgbClr val="FFF8C5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4688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mova-infra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4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Nombre del repo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Nombre del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Escribe exactamente: mova-n8n-workflows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Minúsculas y guiones.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Repository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404872"/>
            <a:ext cx="4663440" cy="384048"/>
          </a:xfrm>
          <a:prstGeom prst="roundRect">
            <a:avLst/>
          </a:prstGeom>
          <a:solidFill>
            <a:srgbClr val="FFF8C5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4688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mova-n8n-workflows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17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883D"/>
                </a:solidFill>
              </a:defRPr>
            </a:pPr>
            <a:r>
              <a:t>✓ 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5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Descripción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Descripción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Texto opcional para identificar el proyecto.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Ej: Respaldo workflows n8n MOVA.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Description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404872"/>
            <a:ext cx="4663440" cy="384048"/>
          </a:xfrm>
          <a:prstGeom prst="roundRect">
            <a:avLst/>
          </a:prstGeom>
          <a:solidFill>
            <a:srgbClr val="FFF8C5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24688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328"/>
                </a:solidFill>
              </a:defRPr>
            </a:pPr>
            <a:r>
              <a:t>Respaldo workflows n8n MOVA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6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Marcar Private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Marcar Private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Selecciona Private — nunca Public.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Los workflows pueden tener secretos.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github.com/new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148840"/>
            <a:ext cx="466344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219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○ Public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651760"/>
            <a:ext cx="4663440" cy="502920"/>
          </a:xfrm>
          <a:prstGeom prst="roundRect">
            <a:avLst/>
          </a:prstGeom>
          <a:solidFill>
            <a:srgbClr val="F6F0FF"/>
          </a:solidFill>
          <a:ln>
            <a:solidFill>
              <a:srgbClr val="6E4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743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40C9"/>
                </a:solidFill>
              </a:defRPr>
            </a:pPr>
            <a:r>
              <a:t>● Private  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7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Sin README inicial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Sin README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No marques README, .gitignore ni license.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El primer push vendrá de n8n.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328"/>
                </a:solidFill>
              </a:defRPr>
            </a:pPr>
            <a:r>
              <a:t>Initialize this repository with: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560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☐  Add a README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880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☐  Add .gitignore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200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56D76"/>
                </a:solidFill>
              </a:defRPr>
            </a:pPr>
            <a:r>
              <a:t>☐  Choose a license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8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Create repository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Create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Revisa todo y pulsa el botón verde.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Nombre + Private + vacío.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github.com/new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606040"/>
            <a:ext cx="2377440" cy="438912"/>
          </a:xfrm>
          <a:prstGeom prst="roundRect">
            <a:avLst/>
          </a:prstGeom>
          <a:solidFill>
            <a:srgbClr val="1F8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Create repository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9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Copiar URL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Copiar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Anota la URL HTTPS del repo en ficha MOVA.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La usará el backup de n8n.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github.com/.../mova-n8n-workflows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328"/>
                </a:solidFill>
              </a:defRPr>
            </a:pPr>
            <a:r>
              <a:t>mova-n8n-workflows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40C9"/>
                </a:solidFill>
              </a:defRPr>
            </a:pPr>
            <a:r>
              <a:t>Private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063240"/>
            <a:ext cx="4663440" cy="502920"/>
          </a:xfrm>
          <a:prstGeom prst="roundRect">
            <a:avLst/>
          </a:prstGeom>
          <a:solidFill>
            <a:srgbClr val="FFF8C5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154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github.com/mova-infra/mova-n8n-workflows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Paso 10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Colaboradores (opc.)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4A4E"/>
                </a:solidFill>
              </a:defRPr>
            </a:pPr>
            <a:r>
              <a:t>Colaboradores (opc.)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Settings → Collaborators → Add people.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💡 Tip: Solo correos del equipo.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969DA"/>
                </a:solidFill>
              </a:defRPr>
            </a:pPr>
            <a:r>
              <a:t>github.com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328"/>
                </a:solidFill>
              </a:defRPr>
            </a:pPr>
            <a:r>
              <a:t>Settings → Collaborators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</a:defRPr>
            </a:pPr>
            <a:r>
              <a:t>Add people → correo del equipo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Checklist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Antes de avisar al equipo técnico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3258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Repo mova-n8n-workflows creado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Visibilidad Private confirmada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14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Sin README inicial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08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URL anotada en ficha MOVA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40"/>
            <a:ext cx="320040" cy="320040"/>
          </a:xfrm>
          <a:prstGeom prst="roundRect">
            <a:avLst/>
          </a:prstGeom>
          <a:noFill/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Colaboradores invitados (si aplica)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