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A4A4E"/>
                </a:solidFill>
              </a:rPr>
              <a:t>MOVA · n8n + MySQL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2328"/>
                </a:solidFill>
              </a:rPr>
              <a:t>Paso a paso: agregar el nodo MySQL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6D76"/>
                </a:solidFill>
              </a:rPr>
              <a:t>Hito 3.2 · MySQL fuente → Sheets vista  |  GRUPO MAKING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Guía para el encargado ·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¿Qué vamos a hacer?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8"/>
                </a:solidFill>
              </a:rPr>
              <a:t>Objetivo de esta guía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328"/>
                </a:solidFill>
              </a:rPr>
              <a:t>•  Agregar el nodo MySQL en el workflow n8n de MOVA.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328"/>
                </a:solidFill>
              </a:rPr>
              <a:t>•  Configurar la credencial con la base mova_datos (hito 3.1).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328"/>
                </a:solidFill>
              </a:rPr>
              <a:t>•  Escribir primero a MySQL (fuente primaria).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328"/>
                </a:solidFill>
              </a:rPr>
              <a:t>•  Replicar después a Google Sheets (solo vista de lectura).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328"/>
                </a:solidFill>
              </a:rPr>
              <a:t>•  Tiempo estimado: 20–30 minutos (con BD ya provisionada).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328"/>
                </a:solidFill>
              </a:rPr>
              <a:t>•  Prerrequisito: hito 3.1 — esquema MySQL + whitelist IP listos.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Antes de empezar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8"/>
                </a:solidFill>
              </a:rPr>
              <a:t>Hito 3.1 cerrado · datos a mano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3774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A4E"/>
                </a:solidFill>
              </a:rPr>
              <a:t>Host MySQL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325880"/>
            <a:ext cx="23774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389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A4E"/>
                </a:solidFill>
              </a:rPr>
              <a:t>DB mova_datos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25880"/>
            <a:ext cx="23774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389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A4E"/>
                </a:solidFill>
              </a:rPr>
              <a:t>User +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325880"/>
            <a:ext cx="23774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389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A4E"/>
                </a:solidFill>
              </a:rPr>
              <a:t>IP whitelist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✓  MySQL gestionada creada (cloud) con esquema ingresos/egresos.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✓  IP de n8n (o rango) en whitelist de la BD.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✓  Usuario con permisos mínimos (INSERT/UPDATE/SELECT, no root).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✓  Credenciales guardadas en gestor del equipo (1Password / Bitwarden).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89120"/>
            <a:ext cx="10515600" cy="1463040"/>
          </a:xfrm>
          <a:prstGeom prst="round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⚠  Sin hito 3.1 listo, el Test de conexión fallará. No inventes host/clave: pídelos al responsable de infraestructura MOVA.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Paso 1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8"/>
                </a:solidFill>
              </a:rPr>
              <a:t>Abrir n8n y el workflow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328"/>
                </a:solidFill>
              </a:rPr>
              <a:t>Abrir n8n y el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Entra a la instancia n8n de MOVA y abre el workflow que hoy escribe a Google Sheets (ingresos/egresos).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💡 Tip: Si hay varios workflows, elige el que alimenta MOVA MAESTRO / Sheets de operación.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A4E"/>
                </a:solidFill>
              </a:rPr>
              <a:t>n8n →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328"/>
                </a:solidFill>
              </a:rPr>
              <a:t>n8n ·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MOVA · Ingresos / Egresos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Estado: Active · Editor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800600"/>
            <a:ext cx="4663440" cy="820000"/>
          </a:xfrm>
          <a:prstGeom prst="round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328"/>
                </a:solidFill>
              </a:rPr>
              <a:t>👆 Abrir el workflow que hoy escribe a Sheets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Paso 2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8"/>
                </a:solidFill>
              </a:rPr>
              <a:t>Agregar un nodo nuevo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328"/>
                </a:solidFill>
              </a:rPr>
              <a:t>Agregar un nodo nuevo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En el canvas, haz clic en el botón ＋ (Add node) al final de la cadena o en el punto de conexión donde irá MySQL.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💡 Tip: MySQL debe quedar ANTES de Google Sheets: primero escribe a BD, después replica a la vista.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A4E"/>
                </a:solidFill>
              </a:rPr>
              <a:t>n8n →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328"/>
                </a:solidFill>
              </a:rPr>
              <a:t>n8n ·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Trigger / Webhook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→  ＋ Add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Google Sheets (hoy)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800600"/>
            <a:ext cx="4663440" cy="820000"/>
          </a:xfrm>
          <a:prstGeom prst="round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328"/>
                </a:solidFill>
              </a:rPr>
              <a:t>👆 Botón ＋ Add node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Paso 3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8"/>
                </a:solidFill>
              </a:rPr>
              <a:t>Buscar el nodo MySQL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328"/>
                </a:solidFill>
              </a:rPr>
              <a:t>Buscar el nodo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En el buscador de nodos escribe MySQL y selecciona el nodo MySQL (no Postgres ni Microsoft SQL).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💡 Tip: El nodo oficial se llama exactamente «MySQL». Evita nodos community no aprobados por el equipo.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A4E"/>
                </a:solidFill>
              </a:rPr>
              <a:t>n8n → Add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328"/>
                </a:solidFill>
              </a:rPr>
              <a:t>n8n ·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Search nodes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MySQL  ← AQUÍ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MySQL · Insert / Update / Select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800600"/>
            <a:ext cx="4663440" cy="820000"/>
          </a:xfrm>
          <a:prstGeom prst="round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328"/>
                </a:solidFill>
              </a:rPr>
              <a:t>👆 Escribe MySQL y elige el nodo oficial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Paso 4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8"/>
                </a:solidFill>
              </a:rPr>
              <a:t>Crear credencial MySQL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328"/>
                </a:solidFill>
              </a:rPr>
              <a:t>Crear credencial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En Credential → Create New. Nombre sugerido: MOVA MySQL prod (o sandbox si estás en prueba).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💡 Tip: Una sola credencial compartida por workflows. No pegues la contraseña en el chat ni en el repo Git.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A4E"/>
                </a:solidFill>
              </a:rPr>
              <a:t>n8n → MySQL → Credential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328"/>
                </a:solidFill>
              </a:rPr>
              <a:t>n8n ·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Credential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Create 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Name: MOVA MySQL prod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800600"/>
            <a:ext cx="4663440" cy="820000"/>
          </a:xfrm>
          <a:prstGeom prst="round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328"/>
                </a:solidFill>
              </a:rPr>
              <a:t>👆 Create New → nombre de credencial del equipo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Paso 5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8"/>
                </a:solidFill>
              </a:rPr>
              <a:t>Completar Host, Database, User, Password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328"/>
                </a:solidFill>
              </a:rPr>
              <a:t>Completar Host, Database, User, Password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Usa los datos del hito 3.1 (MySQL gestionada). Host, Port 3306, Database mova_datos, User con permisos mínimos, Password del gestor.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💡 Tip: Si n8n Cloud no alcanza la BD: revisa whitelist de IP (hito 3.1). Sin IP autorizada, Test fallará.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A4E"/>
                </a:solidFill>
              </a:rPr>
              <a:t>n8n → MySQL credential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328"/>
                </a:solidFill>
              </a:rPr>
              <a:t>n8n ·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Host: xxx.mysql.cloud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Database: mova_datos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User / Password · Port 3306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800600"/>
            <a:ext cx="4663440" cy="820000"/>
          </a:xfrm>
          <a:prstGeom prst="round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328"/>
                </a:solidFill>
              </a:rPr>
              <a:t>👆 Host · Database · User · Password (hito 3.1)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Paso 6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8"/>
                </a:solidFill>
              </a:rPr>
              <a:t>Probar la conexión (Test)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328"/>
                </a:solidFill>
              </a:rPr>
              <a:t>Probar la conexión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Guarda la credencial y pulsa Test / Retry. Debe aparecer Connection successful antes de seguir.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💡 Tip: Si falla: IP whitelist, SSL requerido, usuario/clave o firewall. No configures el query hasta que el test pase.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A4E"/>
                </a:solidFill>
              </a:rPr>
              <a:t>n8n → Credential →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328"/>
                </a:solidFill>
              </a:rPr>
              <a:t>n8n ·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Test connection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✓ Connection successful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Save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800600"/>
            <a:ext cx="4663440" cy="820000"/>
          </a:xfrm>
          <a:prstGeom prst="round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328"/>
                </a:solidFill>
              </a:rPr>
              <a:t>👆 Test → Connection successful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Paso 7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8"/>
                </a:solidFill>
              </a:rPr>
              <a:t>Elegir la operación SQL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328"/>
                </a:solidFill>
              </a:rPr>
              <a:t>Elegir la operación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Operation típica para escritura: Insert o Insert or Update. Para lecturas/reportes: Execute SQL / Select.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💡 Tip: Para la fuente primaria de MOVA: Insert or Update con clave única (ej. id_movimiento) evita duplicados.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A4E"/>
                </a:solidFill>
              </a:rPr>
              <a:t>n8n → MySQL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328"/>
                </a:solidFill>
              </a:rPr>
              <a:t>n8n ·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Operation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Insert or Update  ← AQUÍ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Table: ingresos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800600"/>
            <a:ext cx="4663440" cy="820000"/>
          </a:xfrm>
          <a:prstGeom prst="round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328"/>
                </a:solidFill>
              </a:rPr>
              <a:t>👆 Insert or Update + tabla del esquema 3.1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Paso 8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8"/>
                </a:solidFill>
              </a:rPr>
              <a:t>Mapear columnas desde el nodo anterior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328"/>
                </a:solidFill>
              </a:rPr>
              <a:t>Mapear columnas desde el nodo anterior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En Columns / Values, mapea cada campo desde el JSON del nodo previo (fecha, monto, tipo, módulo, etc.).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💡 Tip: Usa expresiones {{ $json.campo }}. No hardcodees montos. Revisa tipos DATE / DECIMAL en el esquema.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A4E"/>
                </a:solidFill>
              </a:rPr>
              <a:t>n8n → MySQL →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328"/>
                </a:solidFill>
              </a:rPr>
              <a:t>n8n ·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fecha → {{ $json.fecha 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monto → {{ $json.monto 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tipo → {{ $json.tipo }}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800600"/>
            <a:ext cx="4663440" cy="820000"/>
          </a:xfrm>
          <a:prstGeom prst="round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328"/>
                </a:solidFill>
              </a:rPr>
              <a:t>👆 Mapear columnas 1:1 con el esquema mova_datos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Paso 9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8"/>
                </a:solidFill>
              </a:rPr>
              <a:t>Orden del flujo: MySQL → luego Sheets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328"/>
                </a:solidFill>
              </a:rPr>
              <a:t>Orden del flujo: MySQL → luego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Conecta: … → MySQL → Google Sheets. MySQL es fuente primaria; Sheets queda como vista de lectura.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💡 Tip: Si Sheets falla y MySQL ya escribió, los datos siguen seguros en BD. Al revés, 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A4E"/>
                </a:solidFill>
              </a:rPr>
              <a:t>n8n →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328"/>
                </a:solidFill>
              </a:rPr>
              <a:t>n8n ·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Webhook / lógica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→ MySQL (fuente)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→ Google Sheets (vista)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800600"/>
            <a:ext cx="4663440" cy="820000"/>
          </a:xfrm>
          <a:prstGeom prst="round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328"/>
                </a:solidFill>
              </a:rPr>
              <a:t>👆 MySQL antes de Sheets en el canvas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Paso 10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8"/>
                </a:solidFill>
              </a:rPr>
              <a:t>Configurar Sheets como réplica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328"/>
                </a:solidFill>
              </a:rPr>
              <a:t>Configurar Sheets como réplica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En el nodo Google Sheets: Append o Update con los mismos campos. Solo lectura operativa para el equipo.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💡 Tip: No uses Sheets como fuente de verdad. Si alguien edita la hoja a mano, la BD manda.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A4E"/>
                </a:solidFill>
              </a:rPr>
              <a:t>n8n → Google Sheets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328"/>
                </a:solidFill>
              </a:rPr>
              <a:t>n8n ·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Operation: Append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Sheet: INGRESOS / EGRESOS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Mismos campos que MySQL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800600"/>
            <a:ext cx="4663440" cy="820000"/>
          </a:xfrm>
          <a:prstGeom prst="round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328"/>
                </a:solidFill>
              </a:rPr>
              <a:t>👆 Sheets = vista · MySQL = verdad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Paso 11 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8"/>
                </a:solidFill>
              </a:rPr>
              <a:t>Ejecutar una prueba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43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328"/>
                </a:solidFill>
              </a:rPr>
              <a:t>Ejecutar una prueba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Execute Workflow (o Test step en MySQL). Verifica fila nueva en MySQL y réplica en Sheets.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57600"/>
            <a:ext cx="5120640" cy="137160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💡 Tip: Prueba primero en sandbox / tabla de prueba. Luego activa el workflow en producción.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937760" cy="411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4A4E"/>
                </a:solidFill>
              </a:rPr>
              <a:t>n8n → Executions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328"/>
                </a:solidFill>
              </a:rPr>
              <a:t>n8n ·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Execute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MySQL ·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Sheets · Success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800600"/>
            <a:ext cx="4663440" cy="820000"/>
          </a:xfrm>
          <a:prstGeom prst="round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328"/>
                </a:solidFill>
              </a:rPr>
              <a:t>👆 Success en MySQL y en Sheets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Checklist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6F8"/>
                </a:solidFill>
              </a:rPr>
              <a:t>Marca cada ítem antes de avisar que terminaste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3258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Credencial MySQL creada y Test 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2004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202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Nodo MySQL en el workflow (Insert or Update)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32004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514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Columnas mapeadas al esquema mova_datos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32004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1089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Orden canvas: MySQL → Google Sheets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40"/>
            <a:ext cx="32004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703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Ejecución de prueba Success en ambos nodos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32004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297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328"/>
                </a:solidFill>
              </a:rPr>
              <a:t>Workflow Active en producción (o sandbox validado)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A4A4E"/>
                </a:solidFill>
              </a:rPr>
              <a:t>Hito 3.2 · listo para operación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1F2328"/>
                </a:solidFill>
              </a:rPr>
              <a:t>Siguiente: </a:t>
            </a:r>
            <a:r>
              <a:rPr sz="2400" b="1">
                <a:solidFill>
                  <a:srgbClr val="4A7A80"/>
                </a:solidFill>
              </a:rPr>
              <a:t>Rutinas de operación (hito 4.0)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6D76"/>
                </a:solidFill>
              </a:rPr>
              <a:t>Guía: mysql-nodo-n8n.html · PPT: MOVA-Nodo-MySQL-n8n.pptx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56D76"/>
                </a:solidFill>
              </a:rPr>
              <a:t>MOVA · GRUPO MAKING OF · Jul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